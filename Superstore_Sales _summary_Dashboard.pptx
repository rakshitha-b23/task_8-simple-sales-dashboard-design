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47" d="100"/>
          <a:sy n="47" d="100"/>
        </p:scale>
        <p:origin x="864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B0344-30C9-D896-50EB-BF0C7A1C4F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E602DB-65C5-867F-8966-69CCA92114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8FF108-7B8C-24B6-0710-71AACC1A4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7669E-34FF-407E-A911-D6EF276AB92E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3CDA4F-401A-5D50-76CD-19753192D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8D15F2-0766-0902-A021-994253011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CA031-B766-4C48-A3A8-74F1E3B7F9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03517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E9AB3-C550-D976-C8A8-44859AA92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748AD-48F7-4A0D-0372-9A385490A0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A371D9-BF97-B868-79EC-5966B316A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7669E-34FF-407E-A911-D6EF276AB92E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C8E64B-994D-28AE-5B0F-E96A0FAEB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7104BC-DA56-12F4-DD16-9665A1C1B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CA031-B766-4C48-A3A8-74F1E3B7F9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7220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39C5C-E1BE-5606-AECB-EF9039B41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48AB2F-6C34-3AAB-CE48-52AFD141DA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EF2104-A44C-B894-E550-D01E27197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7669E-34FF-407E-A911-D6EF276AB92E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D90C3F-87DB-981F-26ED-52F441F23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18A0B-40E6-F7FC-78B3-E09398293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CA031-B766-4C48-A3A8-74F1E3B7F9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9259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1C80B-420F-CBA8-E52B-C2712814D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8CBE8-4780-CCD1-FFEB-49234C681F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27725B-5968-F071-0563-97370D6EA5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110192-74C6-A744-9236-B7CEB9A51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7669E-34FF-407E-A911-D6EF276AB92E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DF7E5D-C287-09BB-22CA-423F724FE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63B21A-C3AF-C3E7-9A1C-0353D327B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CA031-B766-4C48-A3A8-74F1E3B7F9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4589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BA39C-3960-C3DE-4DF8-44E47BEB2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6B09D3-A415-5435-E443-F28A12CE55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3F9CA1-2798-4D11-E39B-2C145FC086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FC84678-05DD-F2CA-D298-3E2826FF29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A8C06A-B2AC-88DC-2C4D-96367AE154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E07CCE-1AE6-F992-400E-504814945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7669E-34FF-407E-A911-D6EF276AB92E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473AD2-69E2-1C31-943A-81BF28B43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CA591B-EAA9-2453-8D3B-0D599C38E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CA031-B766-4C48-A3A8-74F1E3B7F9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3459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B15E1-1E71-41F3-EED8-4BC5BA1B7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1AE996-82EB-F6DA-B53A-BC52AD3A2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7669E-34FF-407E-A911-D6EF276AB92E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72EADB-54BB-629C-CBDF-779177BA5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95EC2B-5F71-C163-3F50-675829CF3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CA031-B766-4C48-A3A8-74F1E3B7F9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0470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62A5D1-1C71-863F-33DE-88C520BCC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7669E-34FF-407E-A911-D6EF276AB92E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4F12D7-D933-5C2C-8209-8E9EDE5A1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562590-1A27-5ADE-09F3-B19C8CD32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CA031-B766-4C48-A3A8-74F1E3B7F9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5382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DCCA7-7A1A-B46E-0F38-CB6DE3265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8F67E-62DC-D5DE-C61D-46011B9F0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FBEA6-2544-2E6F-ACBE-E58E24BE25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EBBC58-8483-2BEE-190E-4A727BA9B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7669E-34FF-407E-A911-D6EF276AB92E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5B253E-CE8F-201A-3CE2-82964BE0B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7227B5-FA1E-CC50-4BC6-8D22A7B1D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CA031-B766-4C48-A3A8-74F1E3B7F9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9917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6AF71-F3CC-408B-ECF2-E25C121D4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6CBD75-4158-B2E3-3147-A46F0183F1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FD0A25-7F43-C5A8-DB93-ABDE20BCE5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8A1FE0-CF74-37DE-1CD6-3A774EA4F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7669E-34FF-407E-A911-D6EF276AB92E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F5276E-6FF7-98D0-2603-6B4AAAE57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249280-B184-5295-5C06-180B492EF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CA031-B766-4C48-A3A8-74F1E3B7F9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5011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6FCBC-B9F5-B2D7-BAEA-3B69436C2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4AC6F1-F268-00EE-C58B-61BDAEE10C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10999-89AB-8366-E31C-16B8DF0A4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7669E-34FF-407E-A911-D6EF276AB92E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43E8E6-D7C4-3CF7-F9D6-B9485DBB8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730666-AE40-3E5D-7304-1CA06702C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CA031-B766-4C48-A3A8-74F1E3B7F9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8872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D95F38-0A60-18A3-38D7-FEDBD55939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8C770E-F23A-B4A9-32C9-3432580ABB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164BE8-9FAF-6769-BAB9-59F2C1C84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7669E-34FF-407E-A911-D6EF276AB92E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8DB6A4-072A-DB61-518F-EE3E78EA0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EB65C5-FAA3-97CF-3BB8-2F986C0BA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ECA031-B766-4C48-A3A8-74F1E3B7F9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26928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E0724E-7AB9-6A7B-5E50-0505468B4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CB38E1-D6AD-DA20-F03E-4A2894CF88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C14ED6-846F-1141-F5E7-3A4BA12AC7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F7669E-34FF-407E-A911-D6EF276AB92E}" type="datetimeFigureOut">
              <a:rPr lang="en-IN" smtClean="0"/>
              <a:t>02-05-2025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2C5AEE-5838-3086-685E-880C8A3EA2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0C4BCC-9D53-4B1E-9B3C-1D2683AEF9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ECA031-B766-4C48-A3A8-74F1E3B7F9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50615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9A2F9-78B3-D1C4-DDED-A8878A760F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latin typeface="Arial Black" panose="020B0A04020102020204" pitchFamily="34" charset="0"/>
              </a:rPr>
              <a:t>Superstore Sales Dashboard Insights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97057A-24A6-877E-A81C-3C1C5446D9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Task-8: Dashboard Design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3E29A8-3765-DB58-B170-D57E0E889C58}"/>
              </a:ext>
            </a:extLst>
          </p:cNvPr>
          <p:cNvSpPr txBox="1"/>
          <p:nvPr/>
        </p:nvSpPr>
        <p:spPr>
          <a:xfrm>
            <a:off x="8321654" y="5179554"/>
            <a:ext cx="28782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Rakshitha K B</a:t>
            </a:r>
          </a:p>
        </p:txBody>
      </p:sp>
    </p:spTree>
    <p:extLst>
      <p:ext uri="{BB962C8B-B14F-4D97-AF65-F5344CB8AC3E}">
        <p14:creationId xmlns:p14="http://schemas.microsoft.com/office/powerpoint/2010/main" val="2578309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86FF4-A35C-FB95-680D-734C5DEB3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0386"/>
            <a:ext cx="10515600" cy="959196"/>
          </a:xfrm>
        </p:spPr>
        <p:txBody>
          <a:bodyPr/>
          <a:lstStyle/>
          <a:p>
            <a:pPr algn="ctr"/>
            <a:r>
              <a:rPr lang="en-US" b="1" dirty="0">
                <a:latin typeface="+mn-lt"/>
              </a:rPr>
              <a:t>Superstore Sales Dashboard</a:t>
            </a:r>
            <a:endParaRPr lang="en-IN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A2157C-9F0A-C75B-E008-467ED7BCC0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1600"/>
            <a:ext cx="10515600" cy="4805363"/>
          </a:xfrm>
        </p:spPr>
        <p:txBody>
          <a:bodyPr/>
          <a:lstStyle/>
          <a:p>
            <a:r>
              <a:rPr lang="en-US" b="1" dirty="0"/>
              <a:t>Objective: </a:t>
            </a:r>
            <a:r>
              <a:rPr lang="en-US" dirty="0"/>
              <a:t>A basic simple superstore sales dashboard that shows the sales performance by product, region, and month.</a:t>
            </a:r>
          </a:p>
          <a:p>
            <a:pPr>
              <a:buNone/>
            </a:pPr>
            <a:r>
              <a:rPr lang="en-US" b="1" dirty="0"/>
              <a:t>Key Insights: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🔝 California and the West region lead in sales.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💼 Technology category generates the most revenue &amp; profit.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📅 Sales peak during Nov–Dec, aligning with seasonal trends.</a:t>
            </a:r>
          </a:p>
        </p:txBody>
      </p:sp>
    </p:spTree>
    <p:extLst>
      <p:ext uri="{BB962C8B-B14F-4D97-AF65-F5344CB8AC3E}">
        <p14:creationId xmlns:p14="http://schemas.microsoft.com/office/powerpoint/2010/main" val="880119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3ECEA-007F-448F-99E7-4A481BEB9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5089"/>
          </a:xfrm>
        </p:spPr>
        <p:txBody>
          <a:bodyPr/>
          <a:lstStyle/>
          <a:p>
            <a:pPr algn="ctr"/>
            <a:r>
              <a:rPr lang="en-IN" b="1" dirty="0">
                <a:latin typeface="+mn-lt"/>
              </a:rPr>
              <a:t>Visual Highlights &amp; Interactivity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19154-F8F2-F21F-2933-D8703BD110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IN" sz="2400" b="1" dirty="0"/>
              <a:t>Visual Breakdown:</a:t>
            </a:r>
            <a:endParaRPr lang="en-IN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📍 Sales by Region &amp; State: West region leads, California dominates.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📊 Profit by Category &amp; Sub-Category: Phones &amp; Chairs stand out.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🥧 Quantity Share: Technology = ~60% of total.</a:t>
            </a:r>
          </a:p>
          <a:p>
            <a:pPr>
              <a:buNone/>
            </a:pPr>
            <a:r>
              <a:rPr lang="en-IN" sz="2400" b="1" dirty="0"/>
              <a:t>Filters &amp; Interactivity:</a:t>
            </a:r>
            <a:endParaRPr lang="en-IN" sz="24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✅ Segment, Category, Sub-Category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🔍 Enables user-driven deep-dive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400" dirty="0"/>
              <a:t>🧩 Enhances pattern discovery across products &amp; customers</a:t>
            </a:r>
          </a:p>
          <a:p>
            <a:pPr marL="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85472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71CA8B4-9BFF-6075-0842-72C821FAE9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1194" t="21087" r="15409" b="7625"/>
          <a:stretch/>
        </p:blipFill>
        <p:spPr>
          <a:xfrm>
            <a:off x="659219" y="170122"/>
            <a:ext cx="10951533" cy="6443330"/>
          </a:xfrm>
        </p:spPr>
      </p:pic>
    </p:spTree>
    <p:extLst>
      <p:ext uri="{BB962C8B-B14F-4D97-AF65-F5344CB8AC3E}">
        <p14:creationId xmlns:p14="http://schemas.microsoft.com/office/powerpoint/2010/main" val="1406306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13555B-85EB-E72E-A209-D5B7A0B8AA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0605"/>
            <a:ext cx="10515600" cy="532635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IN" sz="9600" dirty="0">
              <a:latin typeface="Arial Black" panose="020B0A04020102020204" pitchFamily="34" charset="0"/>
            </a:endParaRPr>
          </a:p>
          <a:p>
            <a:pPr marL="0" indent="0" algn="ctr">
              <a:buNone/>
            </a:pPr>
            <a:r>
              <a:rPr lang="en-IN" sz="9600" dirty="0">
                <a:solidFill>
                  <a:srgbClr val="7030A0"/>
                </a:solidFill>
                <a:latin typeface="Arial Black" panose="020B0A04020102020204" pitchFamily="34" charset="0"/>
              </a:rPr>
              <a:t>Thank you.. </a:t>
            </a:r>
          </a:p>
        </p:txBody>
      </p:sp>
    </p:spTree>
    <p:extLst>
      <p:ext uri="{BB962C8B-B14F-4D97-AF65-F5344CB8AC3E}">
        <p14:creationId xmlns:p14="http://schemas.microsoft.com/office/powerpoint/2010/main" val="16877242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143</Words>
  <Application>Microsoft Office PowerPoint</Application>
  <PresentationFormat>Widescreen</PresentationFormat>
  <Paragraphs>20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Arial Black</vt:lpstr>
      <vt:lpstr>Calibri</vt:lpstr>
      <vt:lpstr>Calibri Light</vt:lpstr>
      <vt:lpstr>Office Theme</vt:lpstr>
      <vt:lpstr>Superstore Sales Dashboard Insights</vt:lpstr>
      <vt:lpstr>Superstore Sales Dashboard</vt:lpstr>
      <vt:lpstr>Visual Highlights &amp; Interactivity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Rakshitha K B</dc:creator>
  <cp:lastModifiedBy>Rakshitha K B</cp:lastModifiedBy>
  <cp:revision>4</cp:revision>
  <dcterms:created xsi:type="dcterms:W3CDTF">2025-04-25T16:11:58Z</dcterms:created>
  <dcterms:modified xsi:type="dcterms:W3CDTF">2025-05-02T15:40:51Z</dcterms:modified>
</cp:coreProperties>
</file>